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" userId="77a0b22f0fb1f7f8" providerId="LiveId" clId="{D0293263-D355-434B-BF1A-B95427DCEF09}"/>
    <pc:docChg chg="custSel delSld modSld">
      <pc:chgData name="Peter" userId="77a0b22f0fb1f7f8" providerId="LiveId" clId="{D0293263-D355-434B-BF1A-B95427DCEF09}" dt="2021-05-12T18:26:37.122" v="163" actId="20577"/>
      <pc:docMkLst>
        <pc:docMk/>
      </pc:docMkLst>
      <pc:sldChg chg="del">
        <pc:chgData name="Peter" userId="77a0b22f0fb1f7f8" providerId="LiveId" clId="{D0293263-D355-434B-BF1A-B95427DCEF09}" dt="2021-05-09T18:33:11.528" v="0" actId="2696"/>
        <pc:sldMkLst>
          <pc:docMk/>
          <pc:sldMk cId="3927182860" sldId="258"/>
        </pc:sldMkLst>
      </pc:sldChg>
      <pc:sldChg chg="modSp mod">
        <pc:chgData name="Peter" userId="77a0b22f0fb1f7f8" providerId="LiveId" clId="{D0293263-D355-434B-BF1A-B95427DCEF09}" dt="2021-05-09T18:37:44.290" v="2" actId="20577"/>
        <pc:sldMkLst>
          <pc:docMk/>
          <pc:sldMk cId="129079577" sldId="259"/>
        </pc:sldMkLst>
        <pc:spChg chg="mod">
          <ac:chgData name="Peter" userId="77a0b22f0fb1f7f8" providerId="LiveId" clId="{D0293263-D355-434B-BF1A-B95427DCEF09}" dt="2021-05-09T18:37:44.290" v="2" actId="20577"/>
          <ac:spMkLst>
            <pc:docMk/>
            <pc:sldMk cId="129079577" sldId="259"/>
            <ac:spMk id="3" creationId="{A66D460C-1019-4BC3-96B1-7E928881B94C}"/>
          </ac:spMkLst>
        </pc:spChg>
      </pc:sldChg>
      <pc:sldChg chg="del">
        <pc:chgData name="Peter" userId="77a0b22f0fb1f7f8" providerId="LiveId" clId="{D0293263-D355-434B-BF1A-B95427DCEF09}" dt="2021-05-09T18:34:05.072" v="1" actId="2696"/>
        <pc:sldMkLst>
          <pc:docMk/>
          <pc:sldMk cId="3970480361" sldId="263"/>
        </pc:sldMkLst>
      </pc:sldChg>
      <pc:sldChg chg="modSp mod">
        <pc:chgData name="Peter" userId="77a0b22f0fb1f7f8" providerId="LiveId" clId="{D0293263-D355-434B-BF1A-B95427DCEF09}" dt="2021-05-12T18:26:37.122" v="163" actId="20577"/>
        <pc:sldMkLst>
          <pc:docMk/>
          <pc:sldMk cId="94363136" sldId="264"/>
        </pc:sldMkLst>
        <pc:spChg chg="mod">
          <ac:chgData name="Peter" userId="77a0b22f0fb1f7f8" providerId="LiveId" clId="{D0293263-D355-434B-BF1A-B95427DCEF09}" dt="2021-05-12T18:26:37.122" v="163" actId="20577"/>
          <ac:spMkLst>
            <pc:docMk/>
            <pc:sldMk cId="94363136" sldId="264"/>
            <ac:spMk id="3" creationId="{09776873-1217-45FB-B8D5-CA043471DAAD}"/>
          </ac:spMkLst>
        </pc:spChg>
      </pc:sldChg>
      <pc:sldChg chg="del">
        <pc:chgData name="Peter" userId="77a0b22f0fb1f7f8" providerId="LiveId" clId="{D0293263-D355-434B-BF1A-B95427DCEF09}" dt="2021-05-09T18:57:39.385" v="3" actId="2696"/>
        <pc:sldMkLst>
          <pc:docMk/>
          <pc:sldMk cId="4290187615" sldId="267"/>
        </pc:sldMkLst>
      </pc:sldChg>
      <pc:sldChg chg="del">
        <pc:chgData name="Peter" userId="77a0b22f0fb1f7f8" providerId="LiveId" clId="{D0293263-D355-434B-BF1A-B95427DCEF09}" dt="2021-05-09T18:57:48.159" v="4" actId="2696"/>
        <pc:sldMkLst>
          <pc:docMk/>
          <pc:sldMk cId="2475764420" sldId="268"/>
        </pc:sldMkLst>
      </pc:sldChg>
      <pc:sldChg chg="del">
        <pc:chgData name="Peter" userId="77a0b22f0fb1f7f8" providerId="LiveId" clId="{D0293263-D355-434B-BF1A-B95427DCEF09}" dt="2021-05-09T18:57:58.532" v="5" actId="2696"/>
        <pc:sldMkLst>
          <pc:docMk/>
          <pc:sldMk cId="1724443914" sldId="269"/>
        </pc:sldMkLst>
      </pc:sldChg>
      <pc:sldChg chg="del">
        <pc:chgData name="Peter" userId="77a0b22f0fb1f7f8" providerId="LiveId" clId="{D0293263-D355-434B-BF1A-B95427DCEF09}" dt="2021-05-09T18:58:01.397" v="6" actId="2696"/>
        <pc:sldMkLst>
          <pc:docMk/>
          <pc:sldMk cId="1180163410" sldId="270"/>
        </pc:sldMkLst>
      </pc:sldChg>
      <pc:sldChg chg="del">
        <pc:chgData name="Peter" userId="77a0b22f0fb1f7f8" providerId="LiveId" clId="{D0293263-D355-434B-BF1A-B95427DCEF09}" dt="2021-05-09T18:58:05.446" v="7" actId="2696"/>
        <pc:sldMkLst>
          <pc:docMk/>
          <pc:sldMk cId="1859515844" sldId="271"/>
        </pc:sldMkLst>
      </pc:sldChg>
      <pc:sldChg chg="del">
        <pc:chgData name="Peter" userId="77a0b22f0fb1f7f8" providerId="LiveId" clId="{D0293263-D355-434B-BF1A-B95427DCEF09}" dt="2021-05-09T18:58:09.823" v="8" actId="2696"/>
        <pc:sldMkLst>
          <pc:docMk/>
          <pc:sldMk cId="491441043" sldId="272"/>
        </pc:sldMkLst>
      </pc:sldChg>
      <pc:sldChg chg="del">
        <pc:chgData name="Peter" userId="77a0b22f0fb1f7f8" providerId="LiveId" clId="{D0293263-D355-434B-BF1A-B95427DCEF09}" dt="2021-05-09T18:58:13.771" v="9" actId="2696"/>
        <pc:sldMkLst>
          <pc:docMk/>
          <pc:sldMk cId="1122503604" sldId="273"/>
        </pc:sldMkLst>
      </pc:sldChg>
      <pc:sldChg chg="del">
        <pc:chgData name="Peter" userId="77a0b22f0fb1f7f8" providerId="LiveId" clId="{D0293263-D355-434B-BF1A-B95427DCEF09}" dt="2021-05-09T18:58:17.518" v="10" actId="2696"/>
        <pc:sldMkLst>
          <pc:docMk/>
          <pc:sldMk cId="3439297142" sldId="274"/>
        </pc:sldMkLst>
      </pc:sldChg>
      <pc:sldChg chg="del">
        <pc:chgData name="Peter" userId="77a0b22f0fb1f7f8" providerId="LiveId" clId="{D0293263-D355-434B-BF1A-B95427DCEF09}" dt="2021-05-09T18:58:21.513" v="11" actId="2696"/>
        <pc:sldMkLst>
          <pc:docMk/>
          <pc:sldMk cId="4196728566" sldId="275"/>
        </pc:sldMkLst>
      </pc:sldChg>
    </pc:docChg>
  </pc:docChgLst>
  <pc:docChgLst>
    <pc:chgData name="Peter" userId="77a0b22f0fb1f7f8" providerId="LiveId" clId="{541D18A8-CC53-4850-88FC-B57CAFDB8C23}"/>
    <pc:docChg chg="undo redo custSel addSld delSld modSld">
      <pc:chgData name="Peter" userId="77a0b22f0fb1f7f8" providerId="LiveId" clId="{541D18A8-CC53-4850-88FC-B57CAFDB8C23}" dt="2021-05-12T19:25:00.958" v="3976"/>
      <pc:docMkLst>
        <pc:docMk/>
      </pc:docMkLst>
      <pc:sldChg chg="addSp delSp modSp mod setBg setClrOvrMap">
        <pc:chgData name="Peter" userId="77a0b22f0fb1f7f8" providerId="LiveId" clId="{541D18A8-CC53-4850-88FC-B57CAFDB8C23}" dt="2021-05-08T20:23:11.548" v="14" actId="26606"/>
        <pc:sldMkLst>
          <pc:docMk/>
          <pc:sldMk cId="3588173540" sldId="257"/>
        </pc:sldMkLst>
        <pc:spChg chg="mod">
          <ac:chgData name="Peter" userId="77a0b22f0fb1f7f8" providerId="LiveId" clId="{541D18A8-CC53-4850-88FC-B57CAFDB8C23}" dt="2021-05-08T20:23:11.548" v="14" actId="26606"/>
          <ac:spMkLst>
            <pc:docMk/>
            <pc:sldMk cId="3588173540" sldId="257"/>
            <ac:spMk id="2" creationId="{CCF95775-8D93-4ADD-9BC0-48571D713C9F}"/>
          </ac:spMkLst>
        </pc:spChg>
        <pc:spChg chg="mod ord">
          <ac:chgData name="Peter" userId="77a0b22f0fb1f7f8" providerId="LiveId" clId="{541D18A8-CC53-4850-88FC-B57CAFDB8C23}" dt="2021-05-08T20:23:11.548" v="14" actId="26606"/>
          <ac:spMkLst>
            <pc:docMk/>
            <pc:sldMk cId="3588173540" sldId="257"/>
            <ac:spMk id="3" creationId="{563D4BDA-1030-44FF-ACB8-16C96D7F77C0}"/>
          </ac:spMkLst>
        </pc:spChg>
        <pc:spChg chg="add del">
          <ac:chgData name="Peter" userId="77a0b22f0fb1f7f8" providerId="LiveId" clId="{541D18A8-CC53-4850-88FC-B57CAFDB8C23}" dt="2021-05-08T20:22:50.714" v="5" actId="26606"/>
          <ac:spMkLst>
            <pc:docMk/>
            <pc:sldMk cId="3588173540" sldId="257"/>
            <ac:spMk id="10" creationId="{8D489E29-742E-4D34-AB08-CE3217805B81}"/>
          </ac:spMkLst>
        </pc:spChg>
        <pc:spChg chg="add del">
          <ac:chgData name="Peter" userId="77a0b22f0fb1f7f8" providerId="LiveId" clId="{541D18A8-CC53-4850-88FC-B57CAFDB8C23}" dt="2021-05-08T20:22:54.475" v="7" actId="26606"/>
          <ac:spMkLst>
            <pc:docMk/>
            <pc:sldMk cId="3588173540" sldId="257"/>
            <ac:spMk id="12" creationId="{81CC9B02-E087-4350-AEBD-2C3CF001AF01}"/>
          </ac:spMkLst>
        </pc:spChg>
        <pc:spChg chg="add del">
          <ac:chgData name="Peter" userId="77a0b22f0fb1f7f8" providerId="LiveId" clId="{541D18A8-CC53-4850-88FC-B57CAFDB8C23}" dt="2021-05-08T20:22:54.475" v="7" actId="26606"/>
          <ac:spMkLst>
            <pc:docMk/>
            <pc:sldMk cId="3588173540" sldId="257"/>
            <ac:spMk id="13" creationId="{C8A3C342-1D03-412F-8DD3-BF519E8E0AE9}"/>
          </ac:spMkLst>
        </pc:spChg>
        <pc:spChg chg="add del">
          <ac:chgData name="Peter" userId="77a0b22f0fb1f7f8" providerId="LiveId" clId="{541D18A8-CC53-4850-88FC-B57CAFDB8C23}" dt="2021-05-08T20:22:59.717" v="9" actId="26606"/>
          <ac:spMkLst>
            <pc:docMk/>
            <pc:sldMk cId="3588173540" sldId="257"/>
            <ac:spMk id="14" creationId="{70151CB7-E7DE-4917-B831-01DF9CE01306}"/>
          </ac:spMkLst>
        </pc:spChg>
        <pc:spChg chg="add del">
          <ac:chgData name="Peter" userId="77a0b22f0fb1f7f8" providerId="LiveId" clId="{541D18A8-CC53-4850-88FC-B57CAFDB8C23}" dt="2021-05-08T20:22:59.717" v="9" actId="26606"/>
          <ac:spMkLst>
            <pc:docMk/>
            <pc:sldMk cId="3588173540" sldId="257"/>
            <ac:spMk id="15" creationId="{B4AAD3FD-83A5-4B89-9F8F-01B8870865BE}"/>
          </ac:spMkLst>
        </pc:spChg>
        <pc:spChg chg="add del">
          <ac:chgData name="Peter" userId="77a0b22f0fb1f7f8" providerId="LiveId" clId="{541D18A8-CC53-4850-88FC-B57CAFDB8C23}" dt="2021-05-08T20:22:59.717" v="9" actId="26606"/>
          <ac:spMkLst>
            <pc:docMk/>
            <pc:sldMk cId="3588173540" sldId="257"/>
            <ac:spMk id="16" creationId="{A92A1116-1C84-41DF-B803-1F7B0883EC82}"/>
          </ac:spMkLst>
        </pc:spChg>
        <pc:spChg chg="add del">
          <ac:chgData name="Peter" userId="77a0b22f0fb1f7f8" providerId="LiveId" clId="{541D18A8-CC53-4850-88FC-B57CAFDB8C23}" dt="2021-05-08T20:22:59.717" v="9" actId="26606"/>
          <ac:spMkLst>
            <pc:docMk/>
            <pc:sldMk cId="3588173540" sldId="257"/>
            <ac:spMk id="17" creationId="{61752F1D-FC0F-4103-9584-630E643CCDA6}"/>
          </ac:spMkLst>
        </pc:spChg>
        <pc:spChg chg="add del">
          <ac:chgData name="Peter" userId="77a0b22f0fb1f7f8" providerId="LiveId" clId="{541D18A8-CC53-4850-88FC-B57CAFDB8C23}" dt="2021-05-08T20:23:09.195" v="11" actId="26606"/>
          <ac:spMkLst>
            <pc:docMk/>
            <pc:sldMk cId="3588173540" sldId="257"/>
            <ac:spMk id="19" creationId="{29787B81-C7DF-412B-A405-EF4454012DEE}"/>
          </ac:spMkLst>
        </pc:spChg>
        <pc:spChg chg="add del">
          <ac:chgData name="Peter" userId="77a0b22f0fb1f7f8" providerId="LiveId" clId="{541D18A8-CC53-4850-88FC-B57CAFDB8C23}" dt="2021-05-08T20:23:11.527" v="13" actId="26606"/>
          <ac:spMkLst>
            <pc:docMk/>
            <pc:sldMk cId="3588173540" sldId="257"/>
            <ac:spMk id="21" creationId="{A26E2FAE-FA60-497B-B2CB-7702C6FF3A3F}"/>
          </ac:spMkLst>
        </pc:spChg>
        <pc:spChg chg="add">
          <ac:chgData name="Peter" userId="77a0b22f0fb1f7f8" providerId="LiveId" clId="{541D18A8-CC53-4850-88FC-B57CAFDB8C23}" dt="2021-05-08T20:23:11.548" v="14" actId="26606"/>
          <ac:spMkLst>
            <pc:docMk/>
            <pc:sldMk cId="3588173540" sldId="257"/>
            <ac:spMk id="23" creationId="{29787B81-C7DF-412B-A405-EF4454012DEE}"/>
          </ac:spMkLst>
        </pc:spChg>
        <pc:picChg chg="add mod ord">
          <ac:chgData name="Peter" userId="77a0b22f0fb1f7f8" providerId="LiveId" clId="{541D18A8-CC53-4850-88FC-B57CAFDB8C23}" dt="2021-05-08T20:23:11.548" v="14" actId="26606"/>
          <ac:picMkLst>
            <pc:docMk/>
            <pc:sldMk cId="3588173540" sldId="257"/>
            <ac:picMk id="5" creationId="{F657943D-B1F0-4895-88C0-F83E1E53E048}"/>
          </ac:picMkLst>
        </pc:picChg>
      </pc:sldChg>
      <pc:sldChg chg="modSp new add del mod">
        <pc:chgData name="Peter" userId="77a0b22f0fb1f7f8" providerId="LiveId" clId="{541D18A8-CC53-4850-88FC-B57CAFDB8C23}" dt="2021-05-09T18:32:14.394" v="3962" actId="5793"/>
        <pc:sldMkLst>
          <pc:docMk/>
          <pc:sldMk cId="3927182860" sldId="258"/>
        </pc:sldMkLst>
        <pc:spChg chg="mod">
          <ac:chgData name="Peter" userId="77a0b22f0fb1f7f8" providerId="LiveId" clId="{541D18A8-CC53-4850-88FC-B57CAFDB8C23}" dt="2021-05-09T08:52:27.302" v="171" actId="20577"/>
          <ac:spMkLst>
            <pc:docMk/>
            <pc:sldMk cId="3927182860" sldId="258"/>
            <ac:spMk id="2" creationId="{9089A427-A9D2-4520-A257-AABF0C87EE8F}"/>
          </ac:spMkLst>
        </pc:spChg>
        <pc:spChg chg="mod">
          <ac:chgData name="Peter" userId="77a0b22f0fb1f7f8" providerId="LiveId" clId="{541D18A8-CC53-4850-88FC-B57CAFDB8C23}" dt="2021-05-09T18:32:14.394" v="3962" actId="5793"/>
          <ac:spMkLst>
            <pc:docMk/>
            <pc:sldMk cId="3927182860" sldId="258"/>
            <ac:spMk id="3" creationId="{0C58616F-30AD-41FC-8C70-6736A3C0D326}"/>
          </ac:spMkLst>
        </pc:spChg>
      </pc:sldChg>
      <pc:sldChg chg="modSp new mod">
        <pc:chgData name="Peter" userId="77a0b22f0fb1f7f8" providerId="LiveId" clId="{541D18A8-CC53-4850-88FC-B57CAFDB8C23}" dt="2021-05-09T09:14:03.607" v="1275" actId="20577"/>
        <pc:sldMkLst>
          <pc:docMk/>
          <pc:sldMk cId="129079577" sldId="259"/>
        </pc:sldMkLst>
        <pc:spChg chg="mod">
          <ac:chgData name="Peter" userId="77a0b22f0fb1f7f8" providerId="LiveId" clId="{541D18A8-CC53-4850-88FC-B57CAFDB8C23}" dt="2021-05-09T08:58:37.637" v="541" actId="20577"/>
          <ac:spMkLst>
            <pc:docMk/>
            <pc:sldMk cId="129079577" sldId="259"/>
            <ac:spMk id="2" creationId="{58D3E649-B850-448C-AAA6-07E696D7A97E}"/>
          </ac:spMkLst>
        </pc:spChg>
        <pc:spChg chg="mod">
          <ac:chgData name="Peter" userId="77a0b22f0fb1f7f8" providerId="LiveId" clId="{541D18A8-CC53-4850-88FC-B57CAFDB8C23}" dt="2021-05-09T09:14:03.607" v="1275" actId="20577"/>
          <ac:spMkLst>
            <pc:docMk/>
            <pc:sldMk cId="129079577" sldId="259"/>
            <ac:spMk id="3" creationId="{A66D460C-1019-4BC3-96B1-7E928881B94C}"/>
          </ac:spMkLst>
        </pc:spChg>
      </pc:sldChg>
      <pc:sldChg chg="addSp delSp modSp new mod">
        <pc:chgData name="Peter" userId="77a0b22f0fb1f7f8" providerId="LiveId" clId="{541D18A8-CC53-4850-88FC-B57CAFDB8C23}" dt="2021-05-09T10:22:58.950" v="1996" actId="20577"/>
        <pc:sldMkLst>
          <pc:docMk/>
          <pc:sldMk cId="518783260" sldId="260"/>
        </pc:sldMkLst>
        <pc:spChg chg="mod">
          <ac:chgData name="Peter" userId="77a0b22f0fb1f7f8" providerId="LiveId" clId="{541D18A8-CC53-4850-88FC-B57CAFDB8C23}" dt="2021-05-09T09:15:12.331" v="1297" actId="20577"/>
          <ac:spMkLst>
            <pc:docMk/>
            <pc:sldMk cId="518783260" sldId="260"/>
            <ac:spMk id="2" creationId="{300C2B68-4363-45B1-A984-DBAA9B946862}"/>
          </ac:spMkLst>
        </pc:spChg>
        <pc:spChg chg="add del mod">
          <ac:chgData name="Peter" userId="77a0b22f0fb1f7f8" providerId="LiveId" clId="{541D18A8-CC53-4850-88FC-B57CAFDB8C23}" dt="2021-05-09T10:22:58.950" v="1996" actId="20577"/>
          <ac:spMkLst>
            <pc:docMk/>
            <pc:sldMk cId="518783260" sldId="260"/>
            <ac:spMk id="3" creationId="{EBC48A7A-D579-45CF-8F51-329B6FF843FA}"/>
          </ac:spMkLst>
        </pc:spChg>
        <pc:picChg chg="add del mod">
          <ac:chgData name="Peter" userId="77a0b22f0fb1f7f8" providerId="LiveId" clId="{541D18A8-CC53-4850-88FC-B57CAFDB8C23}" dt="2021-05-09T10:07:18.836" v="1308" actId="931"/>
          <ac:picMkLst>
            <pc:docMk/>
            <pc:sldMk cId="518783260" sldId="260"/>
            <ac:picMk id="5" creationId="{0D34E9C1-4E12-4A18-97C7-9C0458A6DBA2}"/>
          </ac:picMkLst>
        </pc:picChg>
        <pc:picChg chg="add del mod">
          <ac:chgData name="Peter" userId="77a0b22f0fb1f7f8" providerId="LiveId" clId="{541D18A8-CC53-4850-88FC-B57CAFDB8C23}" dt="2021-05-09T10:21:17.791" v="1950" actId="21"/>
          <ac:picMkLst>
            <pc:docMk/>
            <pc:sldMk cId="518783260" sldId="260"/>
            <ac:picMk id="7" creationId="{829EF16E-A5A9-4BDF-94B6-20183EB0A4AF}"/>
          </ac:picMkLst>
        </pc:picChg>
      </pc:sldChg>
      <pc:sldChg chg="new del">
        <pc:chgData name="Peter" userId="77a0b22f0fb1f7f8" providerId="LiveId" clId="{541D18A8-CC53-4850-88FC-B57CAFDB8C23}" dt="2021-05-09T10:07:34.823" v="1315" actId="2696"/>
        <pc:sldMkLst>
          <pc:docMk/>
          <pc:sldMk cId="1926535962" sldId="261"/>
        </pc:sldMkLst>
      </pc:sldChg>
      <pc:sldChg chg="addSp delSp modSp new mod">
        <pc:chgData name="Peter" userId="77a0b22f0fb1f7f8" providerId="LiveId" clId="{541D18A8-CC53-4850-88FC-B57CAFDB8C23}" dt="2021-05-09T10:22:12.063" v="1970" actId="20577"/>
        <pc:sldMkLst>
          <pc:docMk/>
          <pc:sldMk cId="3209340524" sldId="261"/>
        </pc:sldMkLst>
        <pc:spChg chg="mod">
          <ac:chgData name="Peter" userId="77a0b22f0fb1f7f8" providerId="LiveId" clId="{541D18A8-CC53-4850-88FC-B57CAFDB8C23}" dt="2021-05-09T10:22:12.063" v="1970" actId="20577"/>
          <ac:spMkLst>
            <pc:docMk/>
            <pc:sldMk cId="3209340524" sldId="261"/>
            <ac:spMk id="2" creationId="{1396ABBD-7E32-4062-B793-71D38599A3E0}"/>
          </ac:spMkLst>
        </pc:spChg>
        <pc:spChg chg="del">
          <ac:chgData name="Peter" userId="77a0b22f0fb1f7f8" providerId="LiveId" clId="{541D18A8-CC53-4850-88FC-B57CAFDB8C23}" dt="2021-05-09T10:21:22.075" v="1951"/>
          <ac:spMkLst>
            <pc:docMk/>
            <pc:sldMk cId="3209340524" sldId="261"/>
            <ac:spMk id="3" creationId="{C5DBC7C0-1384-4FB5-AD4C-2D9C311EE67C}"/>
          </ac:spMkLst>
        </pc:spChg>
        <pc:picChg chg="add mod">
          <ac:chgData name="Peter" userId="77a0b22f0fb1f7f8" providerId="LiveId" clId="{541D18A8-CC53-4850-88FC-B57CAFDB8C23}" dt="2021-05-09T10:21:41.372" v="1952" actId="1076"/>
          <ac:picMkLst>
            <pc:docMk/>
            <pc:sldMk cId="3209340524" sldId="261"/>
            <ac:picMk id="4" creationId="{63A4604F-2F6D-480B-AB4A-424D04D2424E}"/>
          </ac:picMkLst>
        </pc:picChg>
      </pc:sldChg>
      <pc:sldChg chg="addSp delSp modSp new mod setBg setClrOvrMap">
        <pc:chgData name="Peter" userId="77a0b22f0fb1f7f8" providerId="LiveId" clId="{541D18A8-CC53-4850-88FC-B57CAFDB8C23}" dt="2021-05-09T10:35:15.925" v="2385" actId="27636"/>
        <pc:sldMkLst>
          <pc:docMk/>
          <pc:sldMk cId="2947243649" sldId="262"/>
        </pc:sldMkLst>
        <pc:spChg chg="mod">
          <ac:chgData name="Peter" userId="77a0b22f0fb1f7f8" providerId="LiveId" clId="{541D18A8-CC53-4850-88FC-B57CAFDB8C23}" dt="2021-05-09T10:34:02.165" v="2352" actId="26606"/>
          <ac:spMkLst>
            <pc:docMk/>
            <pc:sldMk cId="2947243649" sldId="262"/>
            <ac:spMk id="2" creationId="{3F0497E4-85E8-4280-ABAC-B923E02C9EC3}"/>
          </ac:spMkLst>
        </pc:spChg>
        <pc:spChg chg="mod ord">
          <ac:chgData name="Peter" userId="77a0b22f0fb1f7f8" providerId="LiveId" clId="{541D18A8-CC53-4850-88FC-B57CAFDB8C23}" dt="2021-05-09T10:35:15.925" v="2385" actId="27636"/>
          <ac:spMkLst>
            <pc:docMk/>
            <pc:sldMk cId="2947243649" sldId="262"/>
            <ac:spMk id="3" creationId="{3A806610-0111-4341-B316-67855A69E5BF}"/>
          </ac:spMkLst>
        </pc:spChg>
        <pc:spChg chg="add del">
          <ac:chgData name="Peter" userId="77a0b22f0fb1f7f8" providerId="LiveId" clId="{541D18A8-CC53-4850-88FC-B57CAFDB8C23}" dt="2021-05-09T10:34:02.095" v="2351" actId="26606"/>
          <ac:spMkLst>
            <pc:docMk/>
            <pc:sldMk cId="2947243649" sldId="262"/>
            <ac:spMk id="9" creationId="{A93A089E-0A16-452C-B341-0F769780D262}"/>
          </ac:spMkLst>
        </pc:spChg>
        <pc:spChg chg="add del">
          <ac:chgData name="Peter" userId="77a0b22f0fb1f7f8" providerId="LiveId" clId="{541D18A8-CC53-4850-88FC-B57CAFDB8C23}" dt="2021-05-09T10:33:33.149" v="2343" actId="26606"/>
          <ac:spMkLst>
            <pc:docMk/>
            <pc:sldMk cId="2947243649" sldId="262"/>
            <ac:spMk id="12" creationId="{5F3FC718-FDE3-4EF7-921E-A5F374EAF824}"/>
          </ac:spMkLst>
        </pc:spChg>
        <pc:spChg chg="add del">
          <ac:chgData name="Peter" userId="77a0b22f0fb1f7f8" providerId="LiveId" clId="{541D18A8-CC53-4850-88FC-B57CAFDB8C23}" dt="2021-05-09T10:33:33.149" v="2343" actId="26606"/>
          <ac:spMkLst>
            <pc:docMk/>
            <pc:sldMk cId="2947243649" sldId="262"/>
            <ac:spMk id="14" creationId="{FAA0F719-3DC8-4F08-AD8F-5A845658CB9D}"/>
          </ac:spMkLst>
        </pc:spChg>
        <pc:spChg chg="add del">
          <ac:chgData name="Peter" userId="77a0b22f0fb1f7f8" providerId="LiveId" clId="{541D18A8-CC53-4850-88FC-B57CAFDB8C23}" dt="2021-05-09T10:33:33.149" v="2343" actId="26606"/>
          <ac:spMkLst>
            <pc:docMk/>
            <pc:sldMk cId="2947243649" sldId="262"/>
            <ac:spMk id="16" creationId="{7DCB61BE-FA0F-4EFB-BE0E-268BAD8E30D6}"/>
          </ac:spMkLst>
        </pc:spChg>
        <pc:spChg chg="add del">
          <ac:chgData name="Peter" userId="77a0b22f0fb1f7f8" providerId="LiveId" clId="{541D18A8-CC53-4850-88FC-B57CAFDB8C23}" dt="2021-05-09T10:33:33.149" v="2343" actId="26606"/>
          <ac:spMkLst>
            <pc:docMk/>
            <pc:sldMk cId="2947243649" sldId="262"/>
            <ac:spMk id="18" creationId="{A4B31EAA-7423-46F7-9B90-4AB2B09C35C4}"/>
          </ac:spMkLst>
        </pc:spChg>
        <pc:spChg chg="add del">
          <ac:chgData name="Peter" userId="77a0b22f0fb1f7f8" providerId="LiveId" clId="{541D18A8-CC53-4850-88FC-B57CAFDB8C23}" dt="2021-05-09T10:33:52.231" v="2345" actId="26606"/>
          <ac:spMkLst>
            <pc:docMk/>
            <pc:sldMk cId="2947243649" sldId="262"/>
            <ac:spMk id="20" creationId="{EE4E366E-272A-409E-840F-9A6A64A9E3FF}"/>
          </ac:spMkLst>
        </pc:spChg>
        <pc:spChg chg="add del">
          <ac:chgData name="Peter" userId="77a0b22f0fb1f7f8" providerId="LiveId" clId="{541D18A8-CC53-4850-88FC-B57CAFDB8C23}" dt="2021-05-09T10:33:52.231" v="2345" actId="26606"/>
          <ac:spMkLst>
            <pc:docMk/>
            <pc:sldMk cId="2947243649" sldId="262"/>
            <ac:spMk id="21" creationId="{A721560C-E4AB-4287-A29C-3F6916794CB9}"/>
          </ac:spMkLst>
        </pc:spChg>
        <pc:spChg chg="add del">
          <ac:chgData name="Peter" userId="77a0b22f0fb1f7f8" providerId="LiveId" clId="{541D18A8-CC53-4850-88FC-B57CAFDB8C23}" dt="2021-05-09T10:33:52.231" v="2345" actId="26606"/>
          <ac:spMkLst>
            <pc:docMk/>
            <pc:sldMk cId="2947243649" sldId="262"/>
            <ac:spMk id="22" creationId="{DF6CFF07-D953-4F9C-9A0E-E0A6AACB6158}"/>
          </ac:spMkLst>
        </pc:spChg>
        <pc:spChg chg="add del">
          <ac:chgData name="Peter" userId="77a0b22f0fb1f7f8" providerId="LiveId" clId="{541D18A8-CC53-4850-88FC-B57CAFDB8C23}" dt="2021-05-09T10:33:52.231" v="2345" actId="26606"/>
          <ac:spMkLst>
            <pc:docMk/>
            <pc:sldMk cId="2947243649" sldId="262"/>
            <ac:spMk id="23" creationId="{DAA4FEEE-0B5F-41BF-825D-60F9FB089568}"/>
          </ac:spMkLst>
        </pc:spChg>
        <pc:spChg chg="add del">
          <ac:chgData name="Peter" userId="77a0b22f0fb1f7f8" providerId="LiveId" clId="{541D18A8-CC53-4850-88FC-B57CAFDB8C23}" dt="2021-05-09T10:33:57.343" v="2347" actId="26606"/>
          <ac:spMkLst>
            <pc:docMk/>
            <pc:sldMk cId="2947243649" sldId="262"/>
            <ac:spMk id="25" creationId="{A93A089E-0A16-452C-B341-0F769780D262}"/>
          </ac:spMkLst>
        </pc:spChg>
        <pc:picChg chg="add del mod">
          <ac:chgData name="Peter" userId="77a0b22f0fb1f7f8" providerId="LiveId" clId="{541D18A8-CC53-4850-88FC-B57CAFDB8C23}" dt="2021-05-09T10:31:43.068" v="2336" actId="21"/>
          <ac:picMkLst>
            <pc:docMk/>
            <pc:sldMk cId="2947243649" sldId="262"/>
            <ac:picMk id="5" creationId="{74D4A8BE-0322-407A-8C45-2ACFB73BAF69}"/>
          </ac:picMkLst>
        </pc:picChg>
        <pc:picChg chg="add mod">
          <ac:chgData name="Peter" userId="77a0b22f0fb1f7f8" providerId="LiveId" clId="{541D18A8-CC53-4850-88FC-B57CAFDB8C23}" dt="2021-05-09T10:34:12.940" v="2354" actId="14100"/>
          <ac:picMkLst>
            <pc:docMk/>
            <pc:sldMk cId="2947243649" sldId="262"/>
            <ac:picMk id="7" creationId="{B4241040-CC51-45FC-A54F-C015A87429E8}"/>
          </ac:picMkLst>
        </pc:picChg>
      </pc:sldChg>
      <pc:sldChg chg="addSp delSp modSp new mod setBg">
        <pc:chgData name="Peter" userId="77a0b22f0fb1f7f8" providerId="LiveId" clId="{541D18A8-CC53-4850-88FC-B57CAFDB8C23}" dt="2021-05-09T10:48:19.033" v="2445" actId="14100"/>
        <pc:sldMkLst>
          <pc:docMk/>
          <pc:sldMk cId="3970480361" sldId="263"/>
        </pc:sldMkLst>
        <pc:spChg chg="mod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2" creationId="{3CF40B12-65C6-4DBB-8144-A6706F3A93A9}"/>
          </ac:spMkLst>
        </pc:spChg>
        <pc:spChg chg="del">
          <ac:chgData name="Peter" userId="77a0b22f0fb1f7f8" providerId="LiveId" clId="{541D18A8-CC53-4850-88FC-B57CAFDB8C23}" dt="2021-05-09T10:37:53.402" v="2386" actId="931"/>
          <ac:spMkLst>
            <pc:docMk/>
            <pc:sldMk cId="3970480361" sldId="263"/>
            <ac:spMk id="3" creationId="{6B34F428-A737-4A12-B036-49A600453AE2}"/>
          </ac:spMkLst>
        </pc:spChg>
        <pc:spChg chg="add del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18" creationId="{D42CF425-7213-4F89-B0FF-4C2BDDD9C680}"/>
          </ac:spMkLst>
        </pc:spChg>
        <pc:spChg chg="add del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24" creationId="{202A25CB-1ED1-4C87-AB49-8D3BC684D1CE}"/>
          </ac:spMkLst>
        </pc:spChg>
        <pc:spChg chg="add del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26" creationId="{3484F10F-334C-431A-8E30-B66B496C56E8}"/>
          </ac:spMkLst>
        </pc:spChg>
        <pc:spChg chg="add del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28" creationId="{AEA0BB24-2B23-4B19-996F-58DA607EE280}"/>
          </ac:spMkLst>
        </pc:spChg>
        <pc:spChg chg="add">
          <ac:chgData name="Peter" userId="77a0b22f0fb1f7f8" providerId="LiveId" clId="{541D18A8-CC53-4850-88FC-B57CAFDB8C23}" dt="2021-05-09T10:42:50.602" v="2423" actId="26606"/>
          <ac:spMkLst>
            <pc:docMk/>
            <pc:sldMk cId="3970480361" sldId="263"/>
            <ac:spMk id="32" creationId="{1C9CB163-77BE-4909-980F-87CDDD61345A}"/>
          </ac:spMkLst>
        </pc:spChg>
        <pc:picChg chg="add mod ord">
          <ac:chgData name="Peter" userId="77a0b22f0fb1f7f8" providerId="LiveId" clId="{541D18A8-CC53-4850-88FC-B57CAFDB8C23}" dt="2021-05-09T10:48:19.033" v="2445" actId="14100"/>
          <ac:picMkLst>
            <pc:docMk/>
            <pc:sldMk cId="3970480361" sldId="263"/>
            <ac:picMk id="5" creationId="{40726CBD-D23F-4CB1-9A78-C181EDF9E74E}"/>
          </ac:picMkLst>
        </pc:picChg>
        <pc:picChg chg="add del mod">
          <ac:chgData name="Peter" userId="77a0b22f0fb1f7f8" providerId="LiveId" clId="{541D18A8-CC53-4850-88FC-B57CAFDB8C23}" dt="2021-05-09T10:39:09.893" v="2397" actId="21"/>
          <ac:picMkLst>
            <pc:docMk/>
            <pc:sldMk cId="3970480361" sldId="263"/>
            <ac:picMk id="7" creationId="{39E0378C-DFE7-4F51-A292-BD39CB722840}"/>
          </ac:picMkLst>
        </pc:picChg>
        <pc:picChg chg="add mod">
          <ac:chgData name="Peter" userId="77a0b22f0fb1f7f8" providerId="LiveId" clId="{541D18A8-CC53-4850-88FC-B57CAFDB8C23}" dt="2021-05-09T10:43:51.042" v="2438" actId="14100"/>
          <ac:picMkLst>
            <pc:docMk/>
            <pc:sldMk cId="3970480361" sldId="263"/>
            <ac:picMk id="9" creationId="{58E1A57A-7F96-4DCA-85C7-20B6F0ED9966}"/>
          </ac:picMkLst>
        </pc:picChg>
        <pc:picChg chg="add del">
          <ac:chgData name="Peter" userId="77a0b22f0fb1f7f8" providerId="LiveId" clId="{541D18A8-CC53-4850-88FC-B57CAFDB8C23}" dt="2021-05-09T10:42:50.602" v="2423" actId="26606"/>
          <ac:picMkLst>
            <pc:docMk/>
            <pc:sldMk cId="3970480361" sldId="263"/>
            <ac:picMk id="14" creationId="{412E3267-7ABE-412B-8580-47EC0D1F61FE}"/>
          </ac:picMkLst>
        </pc:picChg>
        <pc:picChg chg="add del">
          <ac:chgData name="Peter" userId="77a0b22f0fb1f7f8" providerId="LiveId" clId="{541D18A8-CC53-4850-88FC-B57CAFDB8C23}" dt="2021-05-09T10:42:50.602" v="2423" actId="26606"/>
          <ac:picMkLst>
            <pc:docMk/>
            <pc:sldMk cId="3970480361" sldId="263"/>
            <ac:picMk id="16" creationId="{20B62C5A-2250-4380-AB23-DB87446CCED0}"/>
          </ac:picMkLst>
        </pc:picChg>
        <pc:picChg chg="add del">
          <ac:chgData name="Peter" userId="77a0b22f0fb1f7f8" providerId="LiveId" clId="{541D18A8-CC53-4850-88FC-B57CAFDB8C23}" dt="2021-05-09T10:42:50.602" v="2423" actId="26606"/>
          <ac:picMkLst>
            <pc:docMk/>
            <pc:sldMk cId="3970480361" sldId="263"/>
            <ac:picMk id="20" creationId="{D35DA97D-88F8-4249-B650-4FC9FD50A382}"/>
          </ac:picMkLst>
        </pc:picChg>
        <pc:picChg chg="add del">
          <ac:chgData name="Peter" userId="77a0b22f0fb1f7f8" providerId="LiveId" clId="{541D18A8-CC53-4850-88FC-B57CAFDB8C23}" dt="2021-05-09T10:42:50.602" v="2423" actId="26606"/>
          <ac:picMkLst>
            <pc:docMk/>
            <pc:sldMk cId="3970480361" sldId="263"/>
            <ac:picMk id="22" creationId="{43F38673-6E30-4BAE-AC67-0B283EBF4291}"/>
          </ac:picMkLst>
        </pc:picChg>
      </pc:sldChg>
      <pc:sldChg chg="modSp new mod">
        <pc:chgData name="Peter" userId="77a0b22f0fb1f7f8" providerId="LiveId" clId="{541D18A8-CC53-4850-88FC-B57CAFDB8C23}" dt="2021-05-09T11:06:47.111" v="2954" actId="20577"/>
        <pc:sldMkLst>
          <pc:docMk/>
          <pc:sldMk cId="94363136" sldId="264"/>
        </pc:sldMkLst>
        <pc:spChg chg="mod">
          <ac:chgData name="Peter" userId="77a0b22f0fb1f7f8" providerId="LiveId" clId="{541D18A8-CC53-4850-88FC-B57CAFDB8C23}" dt="2021-05-09T10:55:21.691" v="2458" actId="20577"/>
          <ac:spMkLst>
            <pc:docMk/>
            <pc:sldMk cId="94363136" sldId="264"/>
            <ac:spMk id="2" creationId="{483AE16B-0456-4C35-951D-2E4754311161}"/>
          </ac:spMkLst>
        </pc:spChg>
        <pc:spChg chg="mod">
          <ac:chgData name="Peter" userId="77a0b22f0fb1f7f8" providerId="LiveId" clId="{541D18A8-CC53-4850-88FC-B57CAFDB8C23}" dt="2021-05-09T11:06:47.111" v="2954" actId="20577"/>
          <ac:spMkLst>
            <pc:docMk/>
            <pc:sldMk cId="94363136" sldId="264"/>
            <ac:spMk id="3" creationId="{09776873-1217-45FB-B8D5-CA043471DAAD}"/>
          </ac:spMkLst>
        </pc:spChg>
      </pc:sldChg>
      <pc:sldChg chg="addSp delSp modSp new mod">
        <pc:chgData name="Peter" userId="77a0b22f0fb1f7f8" providerId="LiveId" clId="{541D18A8-CC53-4850-88FC-B57CAFDB8C23}" dt="2021-05-09T11:13:13.217" v="2983" actId="14100"/>
        <pc:sldMkLst>
          <pc:docMk/>
          <pc:sldMk cId="1980071522" sldId="265"/>
        </pc:sldMkLst>
        <pc:spChg chg="mod">
          <ac:chgData name="Peter" userId="77a0b22f0fb1f7f8" providerId="LiveId" clId="{541D18A8-CC53-4850-88FC-B57CAFDB8C23}" dt="2021-05-09T11:12:32.749" v="2979" actId="20577"/>
          <ac:spMkLst>
            <pc:docMk/>
            <pc:sldMk cId="1980071522" sldId="265"/>
            <ac:spMk id="2" creationId="{995B7B8A-7560-4E3F-BAFF-CC18D45D2DDE}"/>
          </ac:spMkLst>
        </pc:spChg>
        <pc:spChg chg="del">
          <ac:chgData name="Peter" userId="77a0b22f0fb1f7f8" providerId="LiveId" clId="{541D18A8-CC53-4850-88FC-B57CAFDB8C23}" dt="2021-05-09T11:11:58.004" v="2956" actId="931"/>
          <ac:spMkLst>
            <pc:docMk/>
            <pc:sldMk cId="1980071522" sldId="265"/>
            <ac:spMk id="3" creationId="{E9B3ED21-E01A-4F20-A81D-5BC0ABAA1B0B}"/>
          </ac:spMkLst>
        </pc:spChg>
        <pc:picChg chg="add mod">
          <ac:chgData name="Peter" userId="77a0b22f0fb1f7f8" providerId="LiveId" clId="{541D18A8-CC53-4850-88FC-B57CAFDB8C23}" dt="2021-05-09T11:13:13.217" v="2983" actId="14100"/>
          <ac:picMkLst>
            <pc:docMk/>
            <pc:sldMk cId="1980071522" sldId="265"/>
            <ac:picMk id="5" creationId="{22EDC85C-069A-4EFD-B585-B0F229FF5BF1}"/>
          </ac:picMkLst>
        </pc:picChg>
      </pc:sldChg>
      <pc:sldChg chg="addSp delSp modSp new mod">
        <pc:chgData name="Peter" userId="77a0b22f0fb1f7f8" providerId="LiveId" clId="{541D18A8-CC53-4850-88FC-B57CAFDB8C23}" dt="2021-05-09T11:19:39.689" v="3009" actId="14100"/>
        <pc:sldMkLst>
          <pc:docMk/>
          <pc:sldMk cId="4073277261" sldId="266"/>
        </pc:sldMkLst>
        <pc:spChg chg="mod">
          <ac:chgData name="Peter" userId="77a0b22f0fb1f7f8" providerId="LiveId" clId="{541D18A8-CC53-4850-88FC-B57CAFDB8C23}" dt="2021-05-09T11:19:15.378" v="3005" actId="20577"/>
          <ac:spMkLst>
            <pc:docMk/>
            <pc:sldMk cId="4073277261" sldId="266"/>
            <ac:spMk id="2" creationId="{54E85700-9123-44D0-9ECE-678508A676C6}"/>
          </ac:spMkLst>
        </pc:spChg>
        <pc:spChg chg="del">
          <ac:chgData name="Peter" userId="77a0b22f0fb1f7f8" providerId="LiveId" clId="{541D18A8-CC53-4850-88FC-B57CAFDB8C23}" dt="2021-05-09T11:18:47.229" v="2985" actId="931"/>
          <ac:spMkLst>
            <pc:docMk/>
            <pc:sldMk cId="4073277261" sldId="266"/>
            <ac:spMk id="3" creationId="{0D0728EE-3039-4964-B54A-FF2776AAC1C8}"/>
          </ac:spMkLst>
        </pc:spChg>
        <pc:picChg chg="add mod">
          <ac:chgData name="Peter" userId="77a0b22f0fb1f7f8" providerId="LiveId" clId="{541D18A8-CC53-4850-88FC-B57CAFDB8C23}" dt="2021-05-09T11:19:39.689" v="3009" actId="14100"/>
          <ac:picMkLst>
            <pc:docMk/>
            <pc:sldMk cId="4073277261" sldId="266"/>
            <ac:picMk id="5" creationId="{5B3F2731-A87B-4C6F-B2E5-6CB50E9B5396}"/>
          </ac:picMkLst>
        </pc:picChg>
      </pc:sldChg>
      <pc:sldChg chg="modSp new mod">
        <pc:chgData name="Peter" userId="77a0b22f0fb1f7f8" providerId="LiveId" clId="{541D18A8-CC53-4850-88FC-B57CAFDB8C23}" dt="2021-05-12T19:25:00.958" v="3976"/>
        <pc:sldMkLst>
          <pc:docMk/>
          <pc:sldMk cId="670923018" sldId="267"/>
        </pc:sldMkLst>
        <pc:spChg chg="mod">
          <ac:chgData name="Peter" userId="77a0b22f0fb1f7f8" providerId="LiveId" clId="{541D18A8-CC53-4850-88FC-B57CAFDB8C23}" dt="2021-05-12T19:24:43.142" v="3975" actId="20577"/>
          <ac:spMkLst>
            <pc:docMk/>
            <pc:sldMk cId="670923018" sldId="267"/>
            <ac:spMk id="2" creationId="{E1D92E3B-5B91-4298-993B-3EB5397A16A7}"/>
          </ac:spMkLst>
        </pc:spChg>
        <pc:spChg chg="mod">
          <ac:chgData name="Peter" userId="77a0b22f0fb1f7f8" providerId="LiveId" clId="{541D18A8-CC53-4850-88FC-B57CAFDB8C23}" dt="2021-05-12T19:25:00.958" v="3976"/>
          <ac:spMkLst>
            <pc:docMk/>
            <pc:sldMk cId="670923018" sldId="267"/>
            <ac:spMk id="3" creationId="{073296BC-34C4-4F9C-8FB8-9D0FF143AAFB}"/>
          </ac:spMkLst>
        </pc:spChg>
      </pc:sldChg>
      <pc:sldChg chg="addSp delSp modSp new mod setBg setClrOvrMap">
        <pc:chgData name="Peter" userId="77a0b22f0fb1f7f8" providerId="LiveId" clId="{541D18A8-CC53-4850-88FC-B57CAFDB8C23}" dt="2021-05-09T14:23:51.563" v="3206" actId="14100"/>
        <pc:sldMkLst>
          <pc:docMk/>
          <pc:sldMk cId="4290187615" sldId="267"/>
        </pc:sldMkLst>
        <pc:spChg chg="mod">
          <ac:chgData name="Peter" userId="77a0b22f0fb1f7f8" providerId="LiveId" clId="{541D18A8-CC53-4850-88FC-B57CAFDB8C23}" dt="2021-05-09T14:23:07.879" v="3199" actId="26606"/>
          <ac:spMkLst>
            <pc:docMk/>
            <pc:sldMk cId="4290187615" sldId="267"/>
            <ac:spMk id="2" creationId="{6C7AB848-EC74-400A-B171-A44046733A76}"/>
          </ac:spMkLst>
        </pc:spChg>
        <pc:spChg chg="mod ord">
          <ac:chgData name="Peter" userId="77a0b22f0fb1f7f8" providerId="LiveId" clId="{541D18A8-CC53-4850-88FC-B57CAFDB8C23}" dt="2021-05-09T14:23:19.918" v="3201" actId="14100"/>
          <ac:spMkLst>
            <pc:docMk/>
            <pc:sldMk cId="4290187615" sldId="267"/>
            <ac:spMk id="3" creationId="{B2D937C6-36BE-4CFD-8E0D-364E0AFA3A99}"/>
          </ac:spMkLst>
        </pc:spChg>
        <pc:spChg chg="add del">
          <ac:chgData name="Peter" userId="77a0b22f0fb1f7f8" providerId="LiveId" clId="{541D18A8-CC53-4850-88FC-B57CAFDB8C23}" dt="2021-05-09T14:23:07.879" v="3199" actId="26606"/>
          <ac:spMkLst>
            <pc:docMk/>
            <pc:sldMk cId="4290187615" sldId="267"/>
            <ac:spMk id="9" creationId="{B4AAD3FD-83A5-4B89-9F8F-01B8870865BE}"/>
          </ac:spMkLst>
        </pc:spChg>
        <pc:spChg chg="add del">
          <ac:chgData name="Peter" userId="77a0b22f0fb1f7f8" providerId="LiveId" clId="{541D18A8-CC53-4850-88FC-B57CAFDB8C23}" dt="2021-05-09T14:23:07.879" v="3199" actId="26606"/>
          <ac:spMkLst>
            <pc:docMk/>
            <pc:sldMk cId="4290187615" sldId="267"/>
            <ac:spMk id="10" creationId="{61752F1D-FC0F-4103-9584-630E643CCDA6}"/>
          </ac:spMkLst>
        </pc:spChg>
        <pc:spChg chg="add del">
          <ac:chgData name="Peter" userId="77a0b22f0fb1f7f8" providerId="LiveId" clId="{541D18A8-CC53-4850-88FC-B57CAFDB8C23}" dt="2021-05-09T14:23:07.879" v="3199" actId="26606"/>
          <ac:spMkLst>
            <pc:docMk/>
            <pc:sldMk cId="4290187615" sldId="267"/>
            <ac:spMk id="11" creationId="{70151CB7-E7DE-4917-B831-01DF9CE01306}"/>
          </ac:spMkLst>
        </pc:spChg>
        <pc:spChg chg="add del">
          <ac:chgData name="Peter" userId="77a0b22f0fb1f7f8" providerId="LiveId" clId="{541D18A8-CC53-4850-88FC-B57CAFDB8C23}" dt="2021-05-09T14:20:03.184" v="3187" actId="26606"/>
          <ac:spMkLst>
            <pc:docMk/>
            <pc:sldMk cId="4290187615" sldId="267"/>
            <ac:spMk id="12" creationId="{B4AAD3FD-83A5-4B89-9F8F-01B8870865BE}"/>
          </ac:spMkLst>
        </pc:spChg>
        <pc:spChg chg="add del">
          <ac:chgData name="Peter" userId="77a0b22f0fb1f7f8" providerId="LiveId" clId="{541D18A8-CC53-4850-88FC-B57CAFDB8C23}" dt="2021-05-09T14:23:07.879" v="3199" actId="26606"/>
          <ac:spMkLst>
            <pc:docMk/>
            <pc:sldMk cId="4290187615" sldId="267"/>
            <ac:spMk id="13" creationId="{A92A1116-1C84-41DF-B803-1F7B0883EC82}"/>
          </ac:spMkLst>
        </pc:spChg>
        <pc:spChg chg="add del">
          <ac:chgData name="Peter" userId="77a0b22f0fb1f7f8" providerId="LiveId" clId="{541D18A8-CC53-4850-88FC-B57CAFDB8C23}" dt="2021-05-09T14:20:03.184" v="3187" actId="26606"/>
          <ac:spMkLst>
            <pc:docMk/>
            <pc:sldMk cId="4290187615" sldId="267"/>
            <ac:spMk id="14" creationId="{61752F1D-FC0F-4103-9584-630E643CCDA6}"/>
          </ac:spMkLst>
        </pc:spChg>
        <pc:spChg chg="add del">
          <ac:chgData name="Peter" userId="77a0b22f0fb1f7f8" providerId="LiveId" clId="{541D18A8-CC53-4850-88FC-B57CAFDB8C23}" dt="2021-05-09T14:22:59.229" v="3196" actId="26606"/>
          <ac:spMkLst>
            <pc:docMk/>
            <pc:sldMk cId="4290187615" sldId="267"/>
            <ac:spMk id="15" creationId="{A26E2FAE-FA60-497B-B2CB-7702C6FF3A3F}"/>
          </ac:spMkLst>
        </pc:spChg>
        <pc:spChg chg="add del">
          <ac:chgData name="Peter" userId="77a0b22f0fb1f7f8" providerId="LiveId" clId="{541D18A8-CC53-4850-88FC-B57CAFDB8C23}" dt="2021-05-09T14:20:03.184" v="3187" actId="26606"/>
          <ac:spMkLst>
            <pc:docMk/>
            <pc:sldMk cId="4290187615" sldId="267"/>
            <ac:spMk id="16" creationId="{70151CB7-E7DE-4917-B831-01DF9CE01306}"/>
          </ac:spMkLst>
        </pc:spChg>
        <pc:spChg chg="add del">
          <ac:chgData name="Peter" userId="77a0b22f0fb1f7f8" providerId="LiveId" clId="{541D18A8-CC53-4850-88FC-B57CAFDB8C23}" dt="2021-05-09T14:23:07.832" v="3198" actId="26606"/>
          <ac:spMkLst>
            <pc:docMk/>
            <pc:sldMk cId="4290187615" sldId="267"/>
            <ac:spMk id="17" creationId="{9362849A-570D-49DB-954C-63F144E88A4A}"/>
          </ac:spMkLst>
        </pc:spChg>
        <pc:spChg chg="add del">
          <ac:chgData name="Peter" userId="77a0b22f0fb1f7f8" providerId="LiveId" clId="{541D18A8-CC53-4850-88FC-B57CAFDB8C23}" dt="2021-05-09T14:20:03.184" v="3187" actId="26606"/>
          <ac:spMkLst>
            <pc:docMk/>
            <pc:sldMk cId="4290187615" sldId="267"/>
            <ac:spMk id="18" creationId="{A92A1116-1C84-41DF-B803-1F7B0883EC82}"/>
          </ac:spMkLst>
        </pc:spChg>
        <pc:spChg chg="add del">
          <ac:chgData name="Peter" userId="77a0b22f0fb1f7f8" providerId="LiveId" clId="{541D18A8-CC53-4850-88FC-B57CAFDB8C23}" dt="2021-05-09T14:23:07.832" v="3198" actId="26606"/>
          <ac:spMkLst>
            <pc:docMk/>
            <pc:sldMk cId="4290187615" sldId="267"/>
            <ac:spMk id="20" creationId="{1CA42011-E478-428B-9D15-A98E338BF8C1}"/>
          </ac:spMkLst>
        </pc:spChg>
        <pc:spChg chg="add del">
          <ac:chgData name="Peter" userId="77a0b22f0fb1f7f8" providerId="LiveId" clId="{541D18A8-CC53-4850-88FC-B57CAFDB8C23}" dt="2021-05-09T14:23:07.832" v="3198" actId="26606"/>
          <ac:spMkLst>
            <pc:docMk/>
            <pc:sldMk cId="4290187615" sldId="267"/>
            <ac:spMk id="22" creationId="{9ED2773C-FE51-4632-BA46-036BDCDA6E5C}"/>
          </ac:spMkLst>
        </pc:spChg>
        <pc:spChg chg="add del">
          <ac:chgData name="Peter" userId="77a0b22f0fb1f7f8" providerId="LiveId" clId="{541D18A8-CC53-4850-88FC-B57CAFDB8C23}" dt="2021-05-09T14:23:07.832" v="3198" actId="26606"/>
          <ac:spMkLst>
            <pc:docMk/>
            <pc:sldMk cId="4290187615" sldId="267"/>
            <ac:spMk id="24" creationId="{E02F9158-C4C2-46A8-BE73-A4F77E139FB6}"/>
          </ac:spMkLst>
        </pc:spChg>
        <pc:picChg chg="add del mod">
          <ac:chgData name="Peter" userId="77a0b22f0fb1f7f8" providerId="LiveId" clId="{541D18A8-CC53-4850-88FC-B57CAFDB8C23}" dt="2021-05-09T14:18:12.102" v="3172" actId="21"/>
          <ac:picMkLst>
            <pc:docMk/>
            <pc:sldMk cId="4290187615" sldId="267"/>
            <ac:picMk id="5" creationId="{DFE7786E-5ADC-418D-856C-3B7F787D1D7C}"/>
          </ac:picMkLst>
        </pc:picChg>
        <pc:picChg chg="add mod ord">
          <ac:chgData name="Peter" userId="77a0b22f0fb1f7f8" providerId="LiveId" clId="{541D18A8-CC53-4850-88FC-B57CAFDB8C23}" dt="2021-05-09T14:23:51.563" v="3206" actId="14100"/>
          <ac:picMkLst>
            <pc:docMk/>
            <pc:sldMk cId="4290187615" sldId="267"/>
            <ac:picMk id="7" creationId="{F240DCC3-5E9D-4EF9-9546-6232E8930EF0}"/>
          </ac:picMkLst>
        </pc:picChg>
      </pc:sldChg>
      <pc:sldChg chg="addSp delSp modSp new mod setBg setClrOvrMap">
        <pc:chgData name="Peter" userId="77a0b22f0fb1f7f8" providerId="LiveId" clId="{541D18A8-CC53-4850-88FC-B57CAFDB8C23}" dt="2021-05-09T14:29:50.718" v="3347" actId="15"/>
        <pc:sldMkLst>
          <pc:docMk/>
          <pc:sldMk cId="2475764420" sldId="268"/>
        </pc:sldMkLst>
        <pc:spChg chg="mod">
          <ac:chgData name="Peter" userId="77a0b22f0fb1f7f8" providerId="LiveId" clId="{541D18A8-CC53-4850-88FC-B57CAFDB8C23}" dt="2021-05-09T14:28:29.266" v="3340" actId="26606"/>
          <ac:spMkLst>
            <pc:docMk/>
            <pc:sldMk cId="2475764420" sldId="268"/>
            <ac:spMk id="2" creationId="{36FECDC7-A570-47FE-B163-FC65C01050B1}"/>
          </ac:spMkLst>
        </pc:spChg>
        <pc:spChg chg="mod ord">
          <ac:chgData name="Peter" userId="77a0b22f0fb1f7f8" providerId="LiveId" clId="{541D18A8-CC53-4850-88FC-B57CAFDB8C23}" dt="2021-05-09T14:29:50.718" v="3347" actId="15"/>
          <ac:spMkLst>
            <pc:docMk/>
            <pc:sldMk cId="2475764420" sldId="268"/>
            <ac:spMk id="3" creationId="{1BA60BB3-B084-4947-B655-97B3B6AB7CAD}"/>
          </ac:spMkLst>
        </pc:spChg>
        <pc:spChg chg="add del">
          <ac:chgData name="Peter" userId="77a0b22f0fb1f7f8" providerId="LiveId" clId="{541D18A8-CC53-4850-88FC-B57CAFDB8C23}" dt="2021-05-09T14:28:29.266" v="3340" actId="26606"/>
          <ac:spMkLst>
            <pc:docMk/>
            <pc:sldMk cId="2475764420" sldId="268"/>
            <ac:spMk id="10" creationId="{B4AAD3FD-83A5-4B89-9F8F-01B8870865BE}"/>
          </ac:spMkLst>
        </pc:spChg>
        <pc:spChg chg="add del">
          <ac:chgData name="Peter" userId="77a0b22f0fb1f7f8" providerId="LiveId" clId="{541D18A8-CC53-4850-88FC-B57CAFDB8C23}" dt="2021-05-09T14:28:29.266" v="3340" actId="26606"/>
          <ac:spMkLst>
            <pc:docMk/>
            <pc:sldMk cId="2475764420" sldId="268"/>
            <ac:spMk id="12" creationId="{61752F1D-FC0F-4103-9584-630E643CCDA6}"/>
          </ac:spMkLst>
        </pc:spChg>
        <pc:spChg chg="add del">
          <ac:chgData name="Peter" userId="77a0b22f0fb1f7f8" providerId="LiveId" clId="{541D18A8-CC53-4850-88FC-B57CAFDB8C23}" dt="2021-05-09T14:28:29.266" v="3340" actId="26606"/>
          <ac:spMkLst>
            <pc:docMk/>
            <pc:sldMk cId="2475764420" sldId="268"/>
            <ac:spMk id="14" creationId="{70151CB7-E7DE-4917-B831-01DF9CE01306}"/>
          </ac:spMkLst>
        </pc:spChg>
        <pc:spChg chg="add del">
          <ac:chgData name="Peter" userId="77a0b22f0fb1f7f8" providerId="LiveId" clId="{541D18A8-CC53-4850-88FC-B57CAFDB8C23}" dt="2021-05-09T14:28:29.266" v="3340" actId="26606"/>
          <ac:spMkLst>
            <pc:docMk/>
            <pc:sldMk cId="2475764420" sldId="268"/>
            <ac:spMk id="16" creationId="{A92A1116-1C84-41DF-B803-1F7B0883EC82}"/>
          </ac:spMkLst>
        </pc:spChg>
        <pc:picChg chg="add mod">
          <ac:chgData name="Peter" userId="77a0b22f0fb1f7f8" providerId="LiveId" clId="{541D18A8-CC53-4850-88FC-B57CAFDB8C23}" dt="2021-05-09T14:28:50.879" v="3344" actId="1076"/>
          <ac:picMkLst>
            <pc:docMk/>
            <pc:sldMk cId="2475764420" sldId="268"/>
            <ac:picMk id="5" creationId="{07BDC8D3-BED3-4175-8132-04A9C815C838}"/>
          </ac:picMkLst>
        </pc:picChg>
      </pc:sldChg>
      <pc:sldChg chg="addSp modSp new mod">
        <pc:chgData name="Peter" userId="77a0b22f0fb1f7f8" providerId="LiveId" clId="{541D18A8-CC53-4850-88FC-B57CAFDB8C23}" dt="2021-05-09T14:32:09.593" v="3391" actId="1076"/>
        <pc:sldMkLst>
          <pc:docMk/>
          <pc:sldMk cId="1724443914" sldId="269"/>
        </pc:sldMkLst>
        <pc:spChg chg="mod">
          <ac:chgData name="Peter" userId="77a0b22f0fb1f7f8" providerId="LiveId" clId="{541D18A8-CC53-4850-88FC-B57CAFDB8C23}" dt="2021-05-09T14:30:16.861" v="3349"/>
          <ac:spMkLst>
            <pc:docMk/>
            <pc:sldMk cId="1724443914" sldId="269"/>
            <ac:spMk id="2" creationId="{582EE350-8324-4654-A1C7-15463BBC0ABD}"/>
          </ac:spMkLst>
        </pc:spChg>
        <pc:spChg chg="mod">
          <ac:chgData name="Peter" userId="77a0b22f0fb1f7f8" providerId="LiveId" clId="{541D18A8-CC53-4850-88FC-B57CAFDB8C23}" dt="2021-05-09T14:31:37.218" v="3386" actId="20577"/>
          <ac:spMkLst>
            <pc:docMk/>
            <pc:sldMk cId="1724443914" sldId="269"/>
            <ac:spMk id="3" creationId="{7D94ADE8-243D-49A9-AE7B-6A1C1B1DF78F}"/>
          </ac:spMkLst>
        </pc:spChg>
        <pc:picChg chg="add mod">
          <ac:chgData name="Peter" userId="77a0b22f0fb1f7f8" providerId="LiveId" clId="{541D18A8-CC53-4850-88FC-B57CAFDB8C23}" dt="2021-05-09T14:32:09.593" v="3391" actId="1076"/>
          <ac:picMkLst>
            <pc:docMk/>
            <pc:sldMk cId="1724443914" sldId="269"/>
            <ac:picMk id="5" creationId="{418F1AB4-D889-4307-88B7-5D11720A7C9F}"/>
          </ac:picMkLst>
        </pc:picChg>
      </pc:sldChg>
      <pc:sldChg chg="addSp delSp modSp new mod">
        <pc:chgData name="Peter" userId="77a0b22f0fb1f7f8" providerId="LiveId" clId="{541D18A8-CC53-4850-88FC-B57CAFDB8C23}" dt="2021-05-09T14:33:50.372" v="3397" actId="1076"/>
        <pc:sldMkLst>
          <pc:docMk/>
          <pc:sldMk cId="1180163410" sldId="270"/>
        </pc:sldMkLst>
        <pc:spChg chg="mod">
          <ac:chgData name="Peter" userId="77a0b22f0fb1f7f8" providerId="LiveId" clId="{541D18A8-CC53-4850-88FC-B57CAFDB8C23}" dt="2021-05-09T14:32:28.803" v="3393"/>
          <ac:spMkLst>
            <pc:docMk/>
            <pc:sldMk cId="1180163410" sldId="270"/>
            <ac:spMk id="2" creationId="{EEED5B97-64EC-484B-8932-B70D4402BAE0}"/>
          </ac:spMkLst>
        </pc:spChg>
        <pc:spChg chg="del">
          <ac:chgData name="Peter" userId="77a0b22f0fb1f7f8" providerId="LiveId" clId="{541D18A8-CC53-4850-88FC-B57CAFDB8C23}" dt="2021-05-09T14:33:42.248" v="3394" actId="931"/>
          <ac:spMkLst>
            <pc:docMk/>
            <pc:sldMk cId="1180163410" sldId="270"/>
            <ac:spMk id="3" creationId="{AF4E8312-FE43-4C62-B6EE-534BE88B1FDB}"/>
          </ac:spMkLst>
        </pc:spChg>
        <pc:picChg chg="add mod">
          <ac:chgData name="Peter" userId="77a0b22f0fb1f7f8" providerId="LiveId" clId="{541D18A8-CC53-4850-88FC-B57CAFDB8C23}" dt="2021-05-09T14:33:50.372" v="3397" actId="1076"/>
          <ac:picMkLst>
            <pc:docMk/>
            <pc:sldMk cId="1180163410" sldId="270"/>
            <ac:picMk id="5" creationId="{EAD82166-B62D-42CC-B09D-AD5B65C1CA25}"/>
          </ac:picMkLst>
        </pc:picChg>
      </pc:sldChg>
      <pc:sldChg chg="addSp modSp new mod">
        <pc:chgData name="Peter" userId="77a0b22f0fb1f7f8" providerId="LiveId" clId="{541D18A8-CC53-4850-88FC-B57CAFDB8C23}" dt="2021-05-09T14:36:32.066" v="3470" actId="1076"/>
        <pc:sldMkLst>
          <pc:docMk/>
          <pc:sldMk cId="1859515844" sldId="271"/>
        </pc:sldMkLst>
        <pc:spChg chg="mod">
          <ac:chgData name="Peter" userId="77a0b22f0fb1f7f8" providerId="LiveId" clId="{541D18A8-CC53-4850-88FC-B57CAFDB8C23}" dt="2021-05-09T14:35:03.250" v="3399"/>
          <ac:spMkLst>
            <pc:docMk/>
            <pc:sldMk cId="1859515844" sldId="271"/>
            <ac:spMk id="2" creationId="{C4544E60-EF2E-47DA-A7B9-F63F3F78CE59}"/>
          </ac:spMkLst>
        </pc:spChg>
        <pc:spChg chg="mod">
          <ac:chgData name="Peter" userId="77a0b22f0fb1f7f8" providerId="LiveId" clId="{541D18A8-CC53-4850-88FC-B57CAFDB8C23}" dt="2021-05-09T14:35:55.537" v="3462" actId="20577"/>
          <ac:spMkLst>
            <pc:docMk/>
            <pc:sldMk cId="1859515844" sldId="271"/>
            <ac:spMk id="3" creationId="{E09EE449-8FDD-4414-B657-28DB0D8527DC}"/>
          </ac:spMkLst>
        </pc:spChg>
        <pc:picChg chg="add mod">
          <ac:chgData name="Peter" userId="77a0b22f0fb1f7f8" providerId="LiveId" clId="{541D18A8-CC53-4850-88FC-B57CAFDB8C23}" dt="2021-05-09T14:36:32.066" v="3470" actId="1076"/>
          <ac:picMkLst>
            <pc:docMk/>
            <pc:sldMk cId="1859515844" sldId="271"/>
            <ac:picMk id="5" creationId="{85052FDF-2EC8-4960-A2CC-48A9D4D99C03}"/>
          </ac:picMkLst>
        </pc:picChg>
      </pc:sldChg>
      <pc:sldChg chg="addSp modSp new mod">
        <pc:chgData name="Peter" userId="77a0b22f0fb1f7f8" providerId="LiveId" clId="{541D18A8-CC53-4850-88FC-B57CAFDB8C23}" dt="2021-05-09T14:41:05.982" v="3659" actId="1076"/>
        <pc:sldMkLst>
          <pc:docMk/>
          <pc:sldMk cId="491441043" sldId="272"/>
        </pc:sldMkLst>
        <pc:spChg chg="mod">
          <ac:chgData name="Peter" userId="77a0b22f0fb1f7f8" providerId="LiveId" clId="{541D18A8-CC53-4850-88FC-B57CAFDB8C23}" dt="2021-05-09T14:36:58.335" v="3472"/>
          <ac:spMkLst>
            <pc:docMk/>
            <pc:sldMk cId="491441043" sldId="272"/>
            <ac:spMk id="2" creationId="{64A9A4CE-3803-4829-AF25-62A97430A2B9}"/>
          </ac:spMkLst>
        </pc:spChg>
        <pc:spChg chg="mod">
          <ac:chgData name="Peter" userId="77a0b22f0fb1f7f8" providerId="LiveId" clId="{541D18A8-CC53-4850-88FC-B57CAFDB8C23}" dt="2021-05-09T14:38:38.049" v="3644" actId="20577"/>
          <ac:spMkLst>
            <pc:docMk/>
            <pc:sldMk cId="491441043" sldId="272"/>
            <ac:spMk id="3" creationId="{A7E044B6-0798-4460-80B8-2593480849A0}"/>
          </ac:spMkLst>
        </pc:spChg>
        <pc:picChg chg="add mod">
          <ac:chgData name="Peter" userId="77a0b22f0fb1f7f8" providerId="LiveId" clId="{541D18A8-CC53-4850-88FC-B57CAFDB8C23}" dt="2021-05-09T14:41:05.982" v="3659" actId="1076"/>
          <ac:picMkLst>
            <pc:docMk/>
            <pc:sldMk cId="491441043" sldId="272"/>
            <ac:picMk id="5" creationId="{B5A7FE65-6849-4605-B32C-C1A323DA5666}"/>
          </ac:picMkLst>
        </pc:picChg>
      </pc:sldChg>
      <pc:sldChg chg="addSp modSp new mod">
        <pc:chgData name="Peter" userId="77a0b22f0fb1f7f8" providerId="LiveId" clId="{541D18A8-CC53-4850-88FC-B57CAFDB8C23}" dt="2021-05-09T14:47:02.348" v="3715" actId="1076"/>
        <pc:sldMkLst>
          <pc:docMk/>
          <pc:sldMk cId="1122503604" sldId="273"/>
        </pc:sldMkLst>
        <pc:spChg chg="mod">
          <ac:chgData name="Peter" userId="77a0b22f0fb1f7f8" providerId="LiveId" clId="{541D18A8-CC53-4850-88FC-B57CAFDB8C23}" dt="2021-05-09T14:42:27.363" v="3661"/>
          <ac:spMkLst>
            <pc:docMk/>
            <pc:sldMk cId="1122503604" sldId="273"/>
            <ac:spMk id="2" creationId="{61AE2860-4FD9-4CE4-A29F-A03B061E98F7}"/>
          </ac:spMkLst>
        </pc:spChg>
        <pc:spChg chg="mod">
          <ac:chgData name="Peter" userId="77a0b22f0fb1f7f8" providerId="LiveId" clId="{541D18A8-CC53-4850-88FC-B57CAFDB8C23}" dt="2021-05-09T14:46:26.868" v="3708" actId="20577"/>
          <ac:spMkLst>
            <pc:docMk/>
            <pc:sldMk cId="1122503604" sldId="273"/>
            <ac:spMk id="3" creationId="{A3DBF165-ADB3-4698-B8E0-8DF627030972}"/>
          </ac:spMkLst>
        </pc:spChg>
        <pc:picChg chg="add mod">
          <ac:chgData name="Peter" userId="77a0b22f0fb1f7f8" providerId="LiveId" clId="{541D18A8-CC53-4850-88FC-B57CAFDB8C23}" dt="2021-05-09T14:47:02.348" v="3715" actId="1076"/>
          <ac:picMkLst>
            <pc:docMk/>
            <pc:sldMk cId="1122503604" sldId="273"/>
            <ac:picMk id="5" creationId="{C8084214-555F-4DBC-BE85-DCBC7703E6B9}"/>
          </ac:picMkLst>
        </pc:picChg>
      </pc:sldChg>
      <pc:sldChg chg="addSp delSp modSp new mod">
        <pc:chgData name="Peter" userId="77a0b22f0fb1f7f8" providerId="LiveId" clId="{541D18A8-CC53-4850-88FC-B57CAFDB8C23}" dt="2021-05-09T14:55:40.434" v="3935" actId="1076"/>
        <pc:sldMkLst>
          <pc:docMk/>
          <pc:sldMk cId="3439297142" sldId="274"/>
        </pc:sldMkLst>
        <pc:spChg chg="mod">
          <ac:chgData name="Peter" userId="77a0b22f0fb1f7f8" providerId="LiveId" clId="{541D18A8-CC53-4850-88FC-B57CAFDB8C23}" dt="2021-05-09T14:47:28.897" v="3717"/>
          <ac:spMkLst>
            <pc:docMk/>
            <pc:sldMk cId="3439297142" sldId="274"/>
            <ac:spMk id="2" creationId="{BD639DF1-6B27-43CC-ADA5-BCB0E3E5A793}"/>
          </ac:spMkLst>
        </pc:spChg>
        <pc:spChg chg="mod">
          <ac:chgData name="Peter" userId="77a0b22f0fb1f7f8" providerId="LiveId" clId="{541D18A8-CC53-4850-88FC-B57CAFDB8C23}" dt="2021-05-09T14:55:27.596" v="3933" actId="20577"/>
          <ac:spMkLst>
            <pc:docMk/>
            <pc:sldMk cId="3439297142" sldId="274"/>
            <ac:spMk id="3" creationId="{7CAA918F-7694-4046-B0DF-70836F70E288}"/>
          </ac:spMkLst>
        </pc:spChg>
        <pc:picChg chg="add del mod">
          <ac:chgData name="Peter" userId="77a0b22f0fb1f7f8" providerId="LiveId" clId="{541D18A8-CC53-4850-88FC-B57CAFDB8C23}" dt="2021-05-09T14:51:50.501" v="3851" actId="21"/>
          <ac:picMkLst>
            <pc:docMk/>
            <pc:sldMk cId="3439297142" sldId="274"/>
            <ac:picMk id="5" creationId="{BD6FBC62-5409-498F-9DFF-38A1AA04FA7A}"/>
          </ac:picMkLst>
        </pc:picChg>
        <pc:picChg chg="add mod">
          <ac:chgData name="Peter" userId="77a0b22f0fb1f7f8" providerId="LiveId" clId="{541D18A8-CC53-4850-88FC-B57CAFDB8C23}" dt="2021-05-09T14:55:40.434" v="3935" actId="1076"/>
          <ac:picMkLst>
            <pc:docMk/>
            <pc:sldMk cId="3439297142" sldId="274"/>
            <ac:picMk id="7" creationId="{B5A7CA23-D573-4E76-B79A-421CA4F123B7}"/>
          </ac:picMkLst>
        </pc:picChg>
      </pc:sldChg>
      <pc:sldChg chg="addSp modSp new mod">
        <pc:chgData name="Peter" userId="77a0b22f0fb1f7f8" providerId="LiveId" clId="{541D18A8-CC53-4850-88FC-B57CAFDB8C23}" dt="2021-05-09T14:57:23.810" v="3943" actId="1076"/>
        <pc:sldMkLst>
          <pc:docMk/>
          <pc:sldMk cId="4196728566" sldId="275"/>
        </pc:sldMkLst>
        <pc:spChg chg="mod">
          <ac:chgData name="Peter" userId="77a0b22f0fb1f7f8" providerId="LiveId" clId="{541D18A8-CC53-4850-88FC-B57CAFDB8C23}" dt="2021-05-09T14:51:06.538" v="3850"/>
          <ac:spMkLst>
            <pc:docMk/>
            <pc:sldMk cId="4196728566" sldId="275"/>
            <ac:spMk id="2" creationId="{82900EDD-3510-4295-A231-AB4EF3B5596C}"/>
          </ac:spMkLst>
        </pc:spChg>
        <pc:spChg chg="mod">
          <ac:chgData name="Peter" userId="77a0b22f0fb1f7f8" providerId="LiveId" clId="{541D18A8-CC53-4850-88FC-B57CAFDB8C23}" dt="2021-05-09T14:55:58.659" v="3936" actId="20577"/>
          <ac:spMkLst>
            <pc:docMk/>
            <pc:sldMk cId="4196728566" sldId="275"/>
            <ac:spMk id="3" creationId="{B74FAB35-E629-403A-A4E3-7F3C8F78DE5D}"/>
          </ac:spMkLst>
        </pc:spChg>
        <pc:picChg chg="add mod">
          <ac:chgData name="Peter" userId="77a0b22f0fb1f7f8" providerId="LiveId" clId="{541D18A8-CC53-4850-88FC-B57CAFDB8C23}" dt="2021-05-09T14:57:23.810" v="3943" actId="1076"/>
          <ac:picMkLst>
            <pc:docMk/>
            <pc:sldMk cId="4196728566" sldId="275"/>
            <ac:picMk id="5" creationId="{57DF3A4B-5067-4268-86E0-2BD35519AFF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274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0784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812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548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842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104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4383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4062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0142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3779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957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3189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4267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4732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2420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9290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582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90AF88-7DE7-47AB-AC55-2E39DB168D11}" type="datetimeFigureOut">
              <a:rPr lang="en-ZA" smtClean="0"/>
              <a:t>2021/05/12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C2057-DE9C-44F3-BEED-C5EE1B02997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8002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E0E4E-6576-4558-8582-EDB0226AA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/>
            <a:r>
              <a:rPr lang="en-US" sz="8000"/>
              <a:t>Mini Project</a:t>
            </a:r>
            <a:endParaRPr lang="en-ZA" sz="8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56FE0-A9A7-4D54-BFFD-B0FB71C46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505" y="4777380"/>
            <a:ext cx="10260990" cy="1209763"/>
          </a:xfrm>
        </p:spPr>
        <p:txBody>
          <a:bodyPr>
            <a:normAutofit/>
          </a:bodyPr>
          <a:lstStyle/>
          <a:p>
            <a:pPr algn="ctr"/>
            <a:r>
              <a:rPr lang="en-US" sz="2400">
                <a:solidFill>
                  <a:schemeClr val="bg2"/>
                </a:solidFill>
              </a:rPr>
              <a:t>Voting system</a:t>
            </a:r>
            <a:endParaRPr lang="en-ZA" sz="24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33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9">
            <a:extLst>
              <a:ext uri="{FF2B5EF4-FFF2-40B4-BE49-F238E27FC236}">
                <a16:creationId xmlns:a16="http://schemas.microsoft.com/office/drawing/2014/main" id="{29787B81-C7DF-412B-A405-EF4454012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standing outside&#10;&#10;Description automatically generated with medium confidence">
            <a:extLst>
              <a:ext uri="{FF2B5EF4-FFF2-40B4-BE49-F238E27FC236}">
                <a16:creationId xmlns:a16="http://schemas.microsoft.com/office/drawing/2014/main" id="{F657943D-B1F0-4895-88C0-F83E1E53E0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/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F95775-8D93-4ADD-9BC0-48571D713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Problem Description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D4BDA-1030-44FF-ACB8-16C96D7F7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/>
          </a:bodyPr>
          <a:lstStyle/>
          <a:p>
            <a:r>
              <a:rPr lang="en-US"/>
              <a:t>Millions of people have to wait in long ques to cast their vote during the elections which :</a:t>
            </a:r>
          </a:p>
          <a:p>
            <a:pPr lvl="1"/>
            <a:r>
              <a:rPr lang="en-ZA"/>
              <a:t>Wastes people time</a:t>
            </a:r>
          </a:p>
          <a:p>
            <a:pPr lvl="1"/>
            <a:r>
              <a:rPr lang="en-ZA"/>
              <a:t>Puts people at risk of catching the coronavirus</a:t>
            </a:r>
          </a:p>
          <a:p>
            <a:pPr lvl="1"/>
            <a:r>
              <a:rPr lang="en-ZA"/>
              <a:t>Slows down the voting process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8817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3E649-B850-448C-AAA6-07E696D7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Blockchain Justification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D460C-1019-4BC3-96B1-7E928881B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use of blockchain technology will guarantee</a:t>
            </a:r>
          </a:p>
          <a:p>
            <a:pPr lvl="1"/>
            <a:r>
              <a:rPr lang="en-US" dirty="0"/>
              <a:t>The integrity of the election result since it difficult to alter a blockchain that is distrusted over a large peer to peer network</a:t>
            </a:r>
          </a:p>
          <a:p>
            <a:pPr lvl="2"/>
            <a:r>
              <a:rPr lang="en-US" dirty="0"/>
              <a:t>Usually, a large number of people vote in election.</a:t>
            </a:r>
          </a:p>
          <a:p>
            <a:pPr lvl="1"/>
            <a:r>
              <a:rPr lang="en-US" dirty="0"/>
              <a:t>This technology will improve the accuracy of the election results since the voting will keep track of the votes every time a vote is casted this will ensure</a:t>
            </a:r>
          </a:p>
          <a:p>
            <a:pPr lvl="2"/>
            <a:r>
              <a:rPr lang="en-US" dirty="0"/>
              <a:t>The faster counting </a:t>
            </a:r>
            <a:r>
              <a:rPr lang="en-US"/>
              <a:t>of votes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79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2B68-4363-45B1-A984-DBAA9B94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Records Structure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48A7A-D579-45CF-8F51-329B6FF84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55" y="1573160"/>
            <a:ext cx="8891979" cy="4404853"/>
          </a:xfrm>
        </p:spPr>
        <p:txBody>
          <a:bodyPr/>
          <a:lstStyle/>
          <a:p>
            <a:r>
              <a:rPr lang="en-US" dirty="0"/>
              <a:t>The record class (UML diagram shown in the next slide) has a Vote which stores the voter’s</a:t>
            </a:r>
          </a:p>
          <a:p>
            <a:pPr lvl="1"/>
            <a:r>
              <a:rPr lang="en-US" dirty="0"/>
              <a:t>identity number (id)</a:t>
            </a:r>
          </a:p>
          <a:p>
            <a:pPr lvl="1"/>
            <a:r>
              <a:rPr lang="en-US" dirty="0"/>
              <a:t>age </a:t>
            </a:r>
          </a:p>
          <a:p>
            <a:pPr lvl="1"/>
            <a:r>
              <a:rPr lang="en-US" dirty="0"/>
              <a:t>political party they vote for (party).</a:t>
            </a:r>
          </a:p>
          <a:p>
            <a:r>
              <a:rPr lang="en-US" dirty="0"/>
              <a:t>Record store the index (</a:t>
            </a:r>
            <a:r>
              <a:rPr lang="en-US" dirty="0" err="1"/>
              <a:t>i</a:t>
            </a:r>
            <a:r>
              <a:rPr lang="en-US" dirty="0"/>
              <a:t>) of the record in blockchain, its time, current hash (</a:t>
            </a:r>
            <a:r>
              <a:rPr lang="en-US" dirty="0" err="1"/>
              <a:t>curHash</a:t>
            </a:r>
            <a:r>
              <a:rPr lang="en-US" dirty="0"/>
              <a:t>), previous hash (</a:t>
            </a:r>
            <a:r>
              <a:rPr lang="en-US" dirty="0" err="1"/>
              <a:t>prevHash</a:t>
            </a:r>
            <a:r>
              <a:rPr lang="en-US" dirty="0"/>
              <a:t>), data, vote and nonce.</a:t>
            </a:r>
          </a:p>
          <a:p>
            <a:r>
              <a:rPr lang="en-US" dirty="0"/>
              <a:t>The </a:t>
            </a:r>
            <a:r>
              <a:rPr lang="en-US" dirty="0" err="1"/>
              <a:t>calcHash</a:t>
            </a:r>
            <a:r>
              <a:rPr lang="en-US" dirty="0"/>
              <a:t> method calculates the hash of the record</a:t>
            </a:r>
          </a:p>
          <a:p>
            <a:r>
              <a:rPr lang="en-US" dirty="0"/>
              <a:t>The mine method uses the hash cash (with a difficulty of zero) algorithm which ensure that the hash of the record starts with a zero </a:t>
            </a:r>
          </a:p>
        </p:txBody>
      </p:sp>
    </p:spTree>
    <p:extLst>
      <p:ext uri="{BB962C8B-B14F-4D97-AF65-F5344CB8AC3E}">
        <p14:creationId xmlns:p14="http://schemas.microsoft.com/office/powerpoint/2010/main" val="51878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ABBD-7E32-4062-B793-71D38599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Records Structure: UML Diagram</a:t>
            </a:r>
            <a:endParaRPr lang="en-ZA" dirty="0"/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63A4604F-2F6D-480B-AB4A-424D04D24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02" y="2671128"/>
            <a:ext cx="802957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40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97E4-85E8-4280-ABAC-B923E02C9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450259"/>
            <a:ext cx="3753599" cy="1442153"/>
          </a:xfrm>
        </p:spPr>
        <p:txBody>
          <a:bodyPr>
            <a:normAutofit/>
          </a:bodyPr>
          <a:lstStyle/>
          <a:p>
            <a:r>
              <a:rPr lang="en-US" sz="3600"/>
              <a:t>Proof of Stake </a:t>
            </a:r>
            <a:endParaRPr lang="en-ZA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06610-0111-4341-B316-67855A69E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45" y="2491881"/>
            <a:ext cx="3754987" cy="36987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 proof of stake algorithm hash cash was used to verify the block</a:t>
            </a:r>
            <a:r>
              <a:rPr lang="en-ZA" sz="1800" dirty="0"/>
              <a:t> before it is added to the blockchain.</a:t>
            </a:r>
          </a:p>
          <a:p>
            <a:pPr lvl="1">
              <a:lnSpc>
                <a:spcPct val="90000"/>
              </a:lnSpc>
            </a:pPr>
            <a:r>
              <a:rPr lang="en-ZA" dirty="0"/>
              <a:t>A random user on the network (stored in a graph) was chosen to verify the block with the assistance of the </a:t>
            </a:r>
            <a:r>
              <a:rPr lang="en-ZA" dirty="0" err="1"/>
              <a:t>checkBlock</a:t>
            </a:r>
            <a:r>
              <a:rPr lang="en-ZA" dirty="0"/>
              <a:t> method (</a:t>
            </a:r>
            <a:r>
              <a:rPr lang="en-ZA" dirty="0" err="1"/>
              <a:t>showen</a:t>
            </a:r>
            <a:r>
              <a:rPr lang="en-ZA" dirty="0"/>
              <a:t> in the next slide).</a:t>
            </a:r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4241040-CC51-45FC-A54F-C015A87429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27"/>
          <a:stretch/>
        </p:blipFill>
        <p:spPr>
          <a:xfrm>
            <a:off x="4402528" y="991677"/>
            <a:ext cx="7697857" cy="541963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724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E16B-0456-4C35-951D-2E475431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Data Communication Command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76873-1217-45FB-B8D5-CA043471D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network protocol was design to facilitate the communication between a user and a host</a:t>
            </a:r>
          </a:p>
          <a:p>
            <a:pPr lvl="1"/>
            <a:r>
              <a:rPr lang="en-US" dirty="0"/>
              <a:t>Host command structure</a:t>
            </a:r>
          </a:p>
          <a:p>
            <a:pPr lvl="2"/>
            <a:r>
              <a:rPr lang="en-US" dirty="0"/>
              <a:t>The HI command is used to connect to a random user on the network</a:t>
            </a:r>
          </a:p>
          <a:p>
            <a:pPr lvl="3"/>
            <a:r>
              <a:rPr lang="en-US" dirty="0"/>
              <a:t>The host responds by sending the  HELO FROM HOST and a copy an instance of the recently connected client</a:t>
            </a:r>
          </a:p>
          <a:p>
            <a:pPr lvl="2"/>
            <a:r>
              <a:rPr lang="en-US" dirty="0"/>
              <a:t>The ADD command is used to verify and add block to the blockchain</a:t>
            </a:r>
          </a:p>
          <a:p>
            <a:pPr lvl="3"/>
            <a:r>
              <a:rPr lang="en-US" dirty="0"/>
              <a:t>The host responds by sending a copy an instance of the recently client that sent the block to be verified.</a:t>
            </a:r>
          </a:p>
          <a:p>
            <a:pPr lvl="2"/>
            <a:r>
              <a:rPr lang="en-US" dirty="0"/>
              <a:t>The ADD PARTIES command is used to change the list of political parties running in </a:t>
            </a:r>
            <a:r>
              <a:rPr lang="en-US"/>
              <a:t>the election </a:t>
            </a:r>
            <a:endParaRPr lang="en-US" dirty="0"/>
          </a:p>
          <a:p>
            <a:pPr marL="1371600" lvl="3" indent="0">
              <a:buNone/>
            </a:pPr>
            <a:r>
              <a:rPr lang="en-US" dirty="0"/>
              <a:t>	</a:t>
            </a:r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r>
              <a:rPr lang="en-ZA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94363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7B8A-7560-4E3F-BAFF-CC18D45D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 Command Code</a:t>
            </a:r>
            <a:endParaRPr lang="en-ZA" dirty="0"/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2EDC85C-069A-4EFD-B585-B0F229FF5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33" y="1347019"/>
            <a:ext cx="10933470" cy="5510981"/>
          </a:xfrm>
        </p:spPr>
      </p:pic>
    </p:spTree>
    <p:extLst>
      <p:ext uri="{BB962C8B-B14F-4D97-AF65-F5344CB8AC3E}">
        <p14:creationId xmlns:p14="http://schemas.microsoft.com/office/powerpoint/2010/main" val="198007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85700-9123-44D0-9ECE-678508A6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Command Code</a:t>
            </a:r>
            <a:endParaRPr lang="en-ZA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5B3F2731-A87B-4C6F-B2E5-6CB50E9B5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5" y="1219200"/>
            <a:ext cx="11719035" cy="5370786"/>
          </a:xfrm>
        </p:spPr>
      </p:pic>
    </p:spTree>
    <p:extLst>
      <p:ext uri="{BB962C8B-B14F-4D97-AF65-F5344CB8AC3E}">
        <p14:creationId xmlns:p14="http://schemas.microsoft.com/office/powerpoint/2010/main" val="4073277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2E3B-5B91-4298-993B-3EB5397A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96BC-34C4-4F9C-8FB8-9D0FF143A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/>
              <a:t>https://www.theguardian.com/us-news/2020/oct/15/early-voting-us-election-turnout-record</a:t>
            </a:r>
          </a:p>
        </p:txBody>
      </p:sp>
    </p:spTree>
    <p:extLst>
      <p:ext uri="{BB962C8B-B14F-4D97-AF65-F5344CB8AC3E}">
        <p14:creationId xmlns:p14="http://schemas.microsoft.com/office/powerpoint/2010/main" val="670923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317</TotalTime>
  <Words>413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Mini Project</vt:lpstr>
      <vt:lpstr>Problem Description</vt:lpstr>
      <vt:lpstr>Blockchain Justification</vt:lpstr>
      <vt:lpstr>Records Structure</vt:lpstr>
      <vt:lpstr>Records Structure: UML Diagram</vt:lpstr>
      <vt:lpstr>Proof of Stake </vt:lpstr>
      <vt:lpstr>Data Communication Command Structure</vt:lpstr>
      <vt:lpstr>HI Command Code</vt:lpstr>
      <vt:lpstr>ADD Command Code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</dc:title>
  <dc:creator>PETER OGNIANOV BOGDANOV</dc:creator>
  <cp:lastModifiedBy>Peter</cp:lastModifiedBy>
  <cp:revision>2</cp:revision>
  <dcterms:created xsi:type="dcterms:W3CDTF">2021-05-08T20:00:49Z</dcterms:created>
  <dcterms:modified xsi:type="dcterms:W3CDTF">2021-05-12T19:25:20Z</dcterms:modified>
</cp:coreProperties>
</file>